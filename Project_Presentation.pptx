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00BFFF"/>
                </a:solidFill>
              </a:rPr>
              <a:t>AI-Powered Ticket Triage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Automating Helpdesk with LLM Technology</a:t>
            </a:r>
          </a:p>
          <a:p>
            <a:r>
              <a:rPr sz="2400">
                <a:solidFill>
                  <a:srgbClr val="FFFFFF"/>
                </a:solidFill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BFFF"/>
                </a:solidFill>
              </a:rPr>
              <a:t>Team Members &amp; Core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FFFFFF"/>
                </a:solidFill>
              </a:rPr>
              <a:t>Our team divided the research and implementation as follows:</a:t>
            </a:r>
          </a:p>
          <a:p>
            <a:r>
              <a:rPr sz="2000">
                <a:solidFill>
                  <a:srgbClr val="FFFFFF"/>
                </a:solidFill>
              </a:rPr>
              <a:t>- Govind: Backend, FastAPI, LLM &amp; Database</a:t>
            </a:r>
          </a:p>
          <a:p>
            <a:r>
              <a:rPr sz="2000">
                <a:solidFill>
                  <a:srgbClr val="FFFFFF"/>
                </a:solidFill>
              </a:rPr>
              <a:t>- Vishali: Data preprocessing, NLP &amp; Prompt Engineering</a:t>
            </a:r>
          </a:p>
          <a:p>
            <a:r>
              <a:rPr sz="2000">
                <a:solidFill>
                  <a:srgbClr val="FFFFFF"/>
                </a:solidFill>
              </a:rPr>
              <a:t>- Geetha: Dataset, SQL/Data handling, Dashboard &amp; Testing</a:t>
            </a:r>
          </a:p>
          <a:p>
            <a:r>
              <a:rPr sz="2000">
                <a:solidFill>
                  <a:srgbClr val="FFFFFF"/>
                </a:solidFill>
              </a:rPr>
              <a:t>- Srinivas: ML model, Feature Engineering &amp; Evaluation</a:t>
            </a:r>
          </a:p>
          <a:p>
            <a:r>
              <a:rPr sz="2000">
                <a:solidFill>
                  <a:srgbClr val="FFFFFF"/>
                </a:solidFill>
              </a:rPr>
              <a:t>- Saikumar: AI/LLM testing, Prompting &amp; AI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BFFF"/>
                </a:solidFill>
              </a:rPr>
              <a:t>System Architecture: AI Workflow</a:t>
            </a:r>
          </a:p>
        </p:txBody>
      </p:sp>
      <p:pic>
        <p:nvPicPr>
          <p:cNvPr id="3" name="Picture 2" descr="ai_workflow_17897191776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524" y="1210579"/>
            <a:ext cx="5330952" cy="51737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BFFF"/>
                </a:solidFill>
              </a:rPr>
              <a:t>System Workflow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200">
                <a:solidFill>
                  <a:srgbClr val="FFFFFF"/>
                </a:solidFill>
              </a:rPr>
              <a:t>1. Frontend (React/Vite): User submits ticket via our modern portal.</a:t>
            </a:r>
          </a:p>
          <a:p>
            <a:r>
              <a:rPr sz="2200">
                <a:solidFill>
                  <a:srgbClr val="FFFFFF"/>
                </a:solidFill>
              </a:rPr>
              <a:t>2. Backend (FastAPI): Receives request and coordinates AI.</a:t>
            </a:r>
          </a:p>
          <a:p>
            <a:r>
              <a:rPr sz="2200">
                <a:solidFill>
                  <a:srgbClr val="FFFFFF"/>
                </a:solidFill>
              </a:rPr>
              <a:t>3. LLM (Groq API): Extracts Category, Priority, and Summary in one pass.</a:t>
            </a:r>
          </a:p>
          <a:p>
            <a:r>
              <a:rPr sz="2200">
                <a:solidFill>
                  <a:srgbClr val="FFFFFF"/>
                </a:solidFill>
              </a:rPr>
              <a:t>4. Database (Supabase): Stores validated SQL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BFFF"/>
                </a:solidFill>
              </a:rPr>
              <a:t>React Helpdesk Dashboard</a:t>
            </a:r>
          </a:p>
        </p:txBody>
      </p:sp>
      <p:pic>
        <p:nvPicPr>
          <p:cNvPr id="3" name="Picture 2" descr="react_dashboard_1789719162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1248156"/>
            <a:ext cx="6492240" cy="53352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BFFF"/>
                </a:solidFill>
              </a:rPr>
              <a:t>Optimization &amp; 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1600" dirty="0">
                <a:solidFill>
                  <a:srgbClr val="FFFFFF"/>
                </a:solidFill>
              </a:rPr>
              <a:t>Defending our architectural choices during evaluation:</a:t>
            </a:r>
          </a:p>
          <a:p>
            <a:pPr lvl="1"/>
            <a:r>
              <a:rPr sz="1600" dirty="0">
                <a:solidFill>
                  <a:srgbClr val="FFFFFF"/>
                </a:solidFill>
              </a:rPr>
              <a:t>Q: Why are we not using traditional NLP? </a:t>
            </a:r>
          </a:p>
          <a:p>
            <a:pPr lvl="2"/>
            <a:r>
              <a:rPr sz="1600" dirty="0">
                <a:solidFill>
                  <a:srgbClr val="FFFFFF"/>
                </a:solidFill>
              </a:rPr>
              <a:t>A: The </a:t>
            </a:r>
            <a:r>
              <a:rPr sz="1600" dirty="0" err="1">
                <a:solidFill>
                  <a:srgbClr val="FFFFFF"/>
                </a:solidFill>
              </a:rPr>
              <a:t>Groq</a:t>
            </a:r>
            <a:r>
              <a:rPr sz="1600" dirty="0">
                <a:solidFill>
                  <a:srgbClr val="FFFFFF"/>
                </a:solidFill>
              </a:rPr>
              <a:t> LLM natively understands natural language context without needing manual text tokenization. Also, since we use a React application for the UI, complex text parsing isn't needed on the backend.</a:t>
            </a:r>
          </a:p>
          <a:p>
            <a:pPr lvl="1"/>
            <a:r>
              <a:rPr sz="1600" dirty="0">
                <a:solidFill>
                  <a:srgbClr val="FFFFFF"/>
                </a:solidFill>
              </a:rPr>
              <a:t>Q: What about traditional ML Models &amp; Feature Engineering? </a:t>
            </a:r>
          </a:p>
          <a:p>
            <a:pPr lvl="2"/>
            <a:r>
              <a:rPr sz="1600" dirty="0">
                <a:solidFill>
                  <a:srgbClr val="FFFFFF"/>
                </a:solidFill>
              </a:rPr>
              <a:t>A: We evaluated ML, but LLMs proved superior for dynamic classification. They don't require constant retraining, making  backend lightweight.</a:t>
            </a:r>
          </a:p>
          <a:p>
            <a:pPr lvl="1"/>
            <a:r>
              <a:rPr sz="1600" dirty="0">
                <a:solidFill>
                  <a:srgbClr val="FFFFFF"/>
                </a:solidFill>
              </a:rPr>
              <a:t>Q: How is Data/SQL managed? </a:t>
            </a:r>
          </a:p>
          <a:p>
            <a:pPr lvl="2"/>
            <a:r>
              <a:rPr sz="1600" dirty="0">
                <a:solidFill>
                  <a:srgbClr val="FFFFFF"/>
                </a:solidFill>
              </a:rPr>
              <a:t>A: The React dashboard connects to </a:t>
            </a:r>
            <a:r>
              <a:rPr sz="1600" dirty="0" err="1">
                <a:solidFill>
                  <a:srgbClr val="FFFFFF"/>
                </a:solidFill>
              </a:rPr>
              <a:t>FastAPI</a:t>
            </a:r>
            <a:r>
              <a:rPr sz="1600" dirty="0">
                <a:solidFill>
                  <a:srgbClr val="FFFFFF"/>
                </a:solidFill>
              </a:rPr>
              <a:t>, which securely handles SQL insertion via </a:t>
            </a:r>
            <a:r>
              <a:rPr sz="1600" dirty="0" err="1">
                <a:solidFill>
                  <a:srgbClr val="FFFFFF"/>
                </a:solidFill>
              </a:rPr>
              <a:t>Supabase</a:t>
            </a:r>
            <a:r>
              <a:rPr sz="1600" dirty="0">
                <a:solidFill>
                  <a:srgbClr val="FFFFFF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268</Words>
  <Application>Microsoft Office PowerPoint</Application>
  <PresentationFormat>On-screen Show (4:3)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AI-Powered Ticket Triage System</vt:lpstr>
      <vt:lpstr>Team Members &amp; Core Responsibilities</vt:lpstr>
      <vt:lpstr>System Architecture: AI Workflow</vt:lpstr>
      <vt:lpstr>System Workflow Details</vt:lpstr>
      <vt:lpstr>React Helpdesk Dashboard</vt:lpstr>
      <vt:lpstr>Optimization &amp; Design Decisions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saikumar ponnana</cp:lastModifiedBy>
  <cp:revision>2</cp:revision>
  <dcterms:created xsi:type="dcterms:W3CDTF">2013-01-27T09:14:16Z</dcterms:created>
  <dcterms:modified xsi:type="dcterms:W3CDTF">2026-09-18T08:29:11Z</dcterms:modified>
  <cp:category/>
</cp:coreProperties>
</file>